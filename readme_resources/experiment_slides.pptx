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8" y="68263"/>
            <a:ext cx="1069975" cy="554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6"/>
          <p:cNvPicPr>
            <a:picLocks noChangeAspect="1"/>
          </p:cNvPicPr>
          <p:nvPr/>
        </p:nvPicPr>
        <p:blipFill>
          <a:blip r:embed="rId3"/>
          <a:srcRect t="16048" b="25127"/>
          <a:stretch>
            <a:fillRect/>
          </a:stretch>
        </p:blipFill>
        <p:spPr>
          <a:xfrm>
            <a:off x="1409700" y="5897563"/>
            <a:ext cx="1504950" cy="885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88" y="5835650"/>
            <a:ext cx="1204912" cy="947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en-US" altLang="zh-CN" strike="noStrike" noProof="0" smtClean="0"/>
              <a:t>Click to edit Master subtitle style</a:t>
            </a:r>
            <a:endParaRPr lang="en-US" altLang="zh-CN" strike="noStrike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 fontAlgn="base"/>
            <a:r>
              <a:rPr lang="en-US" altLang="zh-CN" strike="noStrike" noProof="0" smtClean="0"/>
              <a:t>Click to edit Master title style</a:t>
            </a:r>
            <a:endParaRPr lang="en-US" altLang="zh-CN" strike="noStrike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 hidden="1"/>
          <p:cNvCxnSpPr/>
          <p:nvPr/>
        </p:nvCxnSpPr>
        <p:spPr>
          <a:xfrm>
            <a:off x="742950" y="434975"/>
            <a:ext cx="0" cy="139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" name="Rectangle 5"/>
          <p:cNvSpPr/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Picture 187894456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888" y="68263"/>
            <a:ext cx="1069975" cy="554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671561855"/>
          <p:cNvPicPr>
            <a:picLocks noChangeAspect="1"/>
          </p:cNvPicPr>
          <p:nvPr/>
        </p:nvPicPr>
        <p:blipFill>
          <a:blip r:embed="rId13"/>
          <a:srcRect t="16048" b="25127"/>
          <a:stretch>
            <a:fillRect/>
          </a:stretch>
        </p:blipFill>
        <p:spPr>
          <a:xfrm>
            <a:off x="1409700" y="5897563"/>
            <a:ext cx="1504950" cy="885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888" y="5835650"/>
            <a:ext cx="1204912" cy="9477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ChangeArrowheads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Title 3"/>
          <p:cNvSpPr>
            <a:spLocks noChangeArrowheads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Design Maze Experiments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156075" y="2399665"/>
            <a:ext cx="1099185" cy="11023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97630" y="2204720"/>
            <a:ext cx="1615440" cy="1491615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826000" y="3757930"/>
            <a:ext cx="189230" cy="1892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5533390" y="3004185"/>
            <a:ext cx="254635" cy="25463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457950" y="1962150"/>
            <a:ext cx="25273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start and goal should be out of the danger zone</a:t>
            </a:r>
            <a:endParaRPr lang="en-US"/>
          </a:p>
          <a:p>
            <a:endParaRPr lang="en-US"/>
          </a:p>
          <a:p>
            <a:r>
              <a:rPr lang="en-US"/>
              <a:t>The greedy path must pass through the danger zone</a:t>
            </a:r>
            <a:endParaRPr lang="en-US"/>
          </a:p>
          <a:p>
            <a:endParaRPr lang="en-US"/>
          </a:p>
          <a:p>
            <a:r>
              <a:rPr lang="en-US"/>
              <a:t>the horizon must not be too long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Numpy Array to Plot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" y="1560195"/>
            <a:ext cx="3665855" cy="17602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19918" t="8088" r="17549" b="7653"/>
          <a:stretch>
            <a:fillRect/>
          </a:stretch>
        </p:blipFill>
        <p:spPr>
          <a:xfrm>
            <a:off x="4041140" y="1468755"/>
            <a:ext cx="1929130" cy="19507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410" y="1560830"/>
            <a:ext cx="1758315" cy="17595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020" y="1560195"/>
            <a:ext cx="2350770" cy="17608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85" y="3462655"/>
            <a:ext cx="2908935" cy="21786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140" y="3743325"/>
            <a:ext cx="1964690" cy="196659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7039610" y="3837305"/>
            <a:ext cx="428561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mapping from numpy array to visual:</a:t>
            </a:r>
            <a:endParaRPr lang="en-US" sz="2000"/>
          </a:p>
          <a:p>
            <a:r>
              <a:rPr lang="en-US" sz="2000"/>
              <a:t>counter-clockwise 90 degree</a:t>
            </a:r>
            <a:endParaRPr lang="en-US" sz="2000"/>
          </a:p>
        </p:txBody>
      </p:sp>
      <p:sp>
        <p:nvSpPr>
          <p:cNvPr id="14" name="Text Box 13"/>
          <p:cNvSpPr txBox="1"/>
          <p:nvPr/>
        </p:nvSpPr>
        <p:spPr>
          <a:xfrm>
            <a:off x="4238625" y="6229350"/>
            <a:ext cx="740219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sz="2000"/>
              <a:t>code: pud/envs/safe_pointenv/unit_tests/test_plot_orientation.py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Plot Readings to Numpy Array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8075" y="2343785"/>
            <a:ext cx="4057650" cy="303847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941195" y="4046855"/>
            <a:ext cx="1992630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" name="Straight Arrow Connector 6"/>
          <p:cNvCxnSpPr/>
          <p:nvPr/>
        </p:nvCxnSpPr>
        <p:spPr>
          <a:xfrm flipH="1" flipV="1">
            <a:off x="4144010" y="2725420"/>
            <a:ext cx="1905" cy="116903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Straight Arrow Connector 7"/>
          <p:cNvCxnSpPr/>
          <p:nvPr/>
        </p:nvCxnSpPr>
        <p:spPr>
          <a:xfrm flipV="1">
            <a:off x="4144010" y="2452370"/>
            <a:ext cx="723900" cy="762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Straight Arrow Connector 8"/>
          <p:cNvCxnSpPr/>
          <p:nvPr/>
        </p:nvCxnSpPr>
        <p:spPr>
          <a:xfrm flipH="1">
            <a:off x="5077460" y="2607945"/>
            <a:ext cx="22860" cy="232092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" name="Straight Arrow Connector 9"/>
          <p:cNvCxnSpPr/>
          <p:nvPr/>
        </p:nvCxnSpPr>
        <p:spPr>
          <a:xfrm flipH="1">
            <a:off x="1793240" y="5071745"/>
            <a:ext cx="3147695" cy="2095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Straight Arrow Connector 10"/>
          <p:cNvCxnSpPr/>
          <p:nvPr/>
        </p:nvCxnSpPr>
        <p:spPr>
          <a:xfrm flipH="1" flipV="1">
            <a:off x="1174750" y="3690620"/>
            <a:ext cx="419735" cy="12484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Straight Arrow Connector 11"/>
          <p:cNvCxnSpPr/>
          <p:nvPr/>
        </p:nvCxnSpPr>
        <p:spPr>
          <a:xfrm flipV="1">
            <a:off x="1238885" y="2620010"/>
            <a:ext cx="2548255" cy="90360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040" y="2272665"/>
            <a:ext cx="2820035" cy="282003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747645" y="5474335"/>
            <a:ext cx="791146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Points selected by Digitizer matches the visualization without change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Coord Mapping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615440" y="3848100"/>
            <a:ext cx="215646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map numpy array</a:t>
            </a:r>
            <a:endParaRPr lang="en-US" sz="2000"/>
          </a:p>
        </p:txBody>
      </p:sp>
      <p:sp>
        <p:nvSpPr>
          <p:cNvPr id="6" name="Text Box 5"/>
          <p:cNvSpPr txBox="1"/>
          <p:nvPr/>
        </p:nvSpPr>
        <p:spPr>
          <a:xfrm>
            <a:off x="4960620" y="3848100"/>
            <a:ext cx="150812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plotted map</a:t>
            </a:r>
            <a:endParaRPr 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7077710" y="3879215"/>
            <a:ext cx="501904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point coords from points selected on image</a:t>
            </a:r>
            <a:endParaRPr lang="en-US" sz="200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231890" y="4445635"/>
            <a:ext cx="1143635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20202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Text Box 8"/>
          <p:cNvSpPr txBox="1"/>
          <p:nvPr/>
        </p:nvSpPr>
        <p:spPr>
          <a:xfrm>
            <a:off x="6468745" y="4644390"/>
            <a:ext cx="80327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same</a:t>
            </a:r>
            <a:endParaRPr lang="en-US" sz="200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283585" y="4445635"/>
            <a:ext cx="1500505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1750" cap="flat" cmpd="sng" algn="ctr">
            <a:solidFill>
              <a:srgbClr val="20202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1" name="Text Box 10"/>
          <p:cNvSpPr txBox="1"/>
          <p:nvPr/>
        </p:nvSpPr>
        <p:spPr>
          <a:xfrm>
            <a:off x="3011170" y="4644390"/>
            <a:ext cx="204533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000"/>
              <a:t>90 CCW visually</a:t>
            </a:r>
            <a:endParaRPr lang="en-US" sz="20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" y="2087880"/>
            <a:ext cx="3665855" cy="17602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 l="19918" t="8088" r="17549" b="7653"/>
          <a:stretch>
            <a:fillRect/>
          </a:stretch>
        </p:blipFill>
        <p:spPr>
          <a:xfrm>
            <a:off x="4784090" y="2069465"/>
            <a:ext cx="1776095" cy="17964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920" y="2005330"/>
            <a:ext cx="1941830" cy="194183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2989580" y="5285105"/>
            <a:ext cx="85001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/>
              <a:t>Conclusion: no flipping is needed as no need to match numpy array and plotted map. With the orientation mismatch (and don’t bother it), the coords are the same throughout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31750" cap="flat" cmpd="sng" algn="ctr">
          <a:solidFill>
            <a:srgbClr val="202020"/>
          </a:solidFill>
          <a:prstDash val="solid"/>
          <a:round/>
          <a:headEnd type="none" w="med" len="med"/>
          <a:tailEnd type="arrow" w="med" len="med"/>
        </a:ln>
      </a:spPr>
      <a:bodyPr/>
      <a:lstStyle/>
    </a:lnDef>
    <a:txDef>
      <a:spPr>
        <a:noFill/>
      </a:spPr>
      <a:bodyPr wrap="square" rtlCol="0" anchor="t">
        <a:spAutoFit/>
      </a:bodyPr>
      <a:lstStyle>
        <a:defPPr>
          <a:defRPr lang="en-US" sz="2000"/>
        </a:defPPr>
      </a:lstStyle>
    </a:tx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WPS Presentation</Application>
  <PresentationFormat>宽屏</PresentationFormat>
  <Paragraphs>33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 Black</vt:lpstr>
      <vt:lpstr>微软雅黑</vt:lpstr>
      <vt:lpstr>Arial Unicode MS</vt:lpstr>
      <vt:lpstr>宋体</vt:lpstr>
      <vt:lpstr>Business Cooperate</vt:lpstr>
      <vt:lpstr>PowerPoint 演示文稿</vt:lpstr>
      <vt:lpstr>Design Maze Experiments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</cp:lastModifiedBy>
  <cp:revision>24</cp:revision>
  <dcterms:created xsi:type="dcterms:W3CDTF">2024-07-17T23:44:17Z</dcterms:created>
  <dcterms:modified xsi:type="dcterms:W3CDTF">2024-07-17T23:44:17Z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1033-11.1.0.11719</vt:lpwstr>
  </property>
  <property fmtid="{D5CDD505-2E9C-101B-9397-08002B2CF9AE}" pid="3" name="ICV">
    <vt:lpwstr/>
  </property>
</Properties>
</file>